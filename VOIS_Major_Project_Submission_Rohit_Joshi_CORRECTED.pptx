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jfif" ContentType="image/j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notesMaster" Target="notesMasters/notesMaster1.xml"/><Relationship Id="rId20" Type="http://schemas.openxmlformats.org/officeDocument/2006/relationships/handoutMaster" Target="handoutMasters/handout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9/3/2026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9/3/2026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9/3/2026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jf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2.png"/><Relationship Id="rId3" Type="http://schemas.openxmlformats.org/officeDocument/2006/relationships/image" Target="../media/image1.jf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1.jf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8" name="TextBox 37"/>
          <p:cNvSpPr txBox="1"/>
          <p:nvPr/>
        </p:nvSpPr>
        <p:spPr>
          <a:xfrm>
            <a:off x="914400" y="1051560"/>
            <a:ext cx="10332720" cy="914400"/>
          </a:xfrm>
          <a:prstGeom prst="rect">
            <a:avLst/>
          </a:prstGeom>
          <a:noFill/>
        </p:spPr>
        <p:txBody>
          <a:bodyPr wrap="square" lIns="73152" rIns="73152" tIns="36576" bIns="36576">
            <a:spAutoFit/>
          </a:bodyPr>
          <a:lstStyle/>
          <a:p>
            <a:pPr algn="ctr">
              <a:defRPr sz="2800" b="1"/>
            </a:pPr>
            <a:r>
              <a:t>Seasonal Agriculture Performance Analytics &amp; Decision Support System</a:t>
            </a:r>
          </a:p>
        </p:txBody>
      </p:sp>
      <p:sp>
        <p:nvSpPr>
          <p:cNvPr id="39" name="TextBox 38"/>
          <p:cNvSpPr txBox="1"/>
          <p:nvPr/>
        </p:nvSpPr>
        <p:spPr>
          <a:xfrm>
            <a:off x="1828800" y="2331720"/>
            <a:ext cx="8503920" cy="1143000"/>
          </a:xfrm>
          <a:prstGeom prst="rect">
            <a:avLst/>
          </a:prstGeom>
          <a:noFill/>
        </p:spPr>
        <p:txBody>
          <a:bodyPr wrap="square" lIns="73152" rIns="73152" tIns="36576" bIns="36576">
            <a:spAutoFit/>
          </a:bodyPr>
          <a:lstStyle/>
          <a:p>
            <a:pPr algn="ctr">
              <a:defRPr sz="1800" b="0"/>
            </a:pPr>
            <a:r>
              <a:t>Student Name: Rohit Joshi</a:t>
            </a:r>
            <a:br/>
            <a:r>
              <a:t>College: Rajkumar Goyal Institute of Technology</a:t>
            </a:r>
            <a:br/>
            <a:r>
              <a:t>AICTE STU ID: STU6a19e53aae1451780081978</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
        <p:nvSpPr>
          <p:cNvPr id="17" name="TextBox 16"/>
          <p:cNvSpPr txBox="1"/>
          <p:nvPr/>
        </p:nvSpPr>
        <p:spPr>
          <a:xfrm>
            <a:off x="594360" y="594360"/>
            <a:ext cx="10972800" cy="594360"/>
          </a:xfrm>
          <a:prstGeom prst="rect">
            <a:avLst/>
          </a:prstGeom>
          <a:noFill/>
        </p:spPr>
        <p:txBody>
          <a:bodyPr wrap="square" lIns="73152" rIns="73152" tIns="36576" bIns="36576">
            <a:spAutoFit/>
          </a:bodyPr>
          <a:lstStyle/>
          <a:p>
            <a:pPr algn="ctr">
              <a:defRPr sz="2400" b="1"/>
            </a:pPr>
            <a:r>
              <a:t>PROBLEM STATEMENT</a:t>
            </a:r>
          </a:p>
        </p:txBody>
      </p:sp>
      <p:sp>
        <p:nvSpPr>
          <p:cNvPr id="18" name="TextBox 17"/>
          <p:cNvSpPr txBox="1"/>
          <p:nvPr/>
        </p:nvSpPr>
        <p:spPr>
          <a:xfrm>
            <a:off x="914400" y="1417320"/>
            <a:ext cx="10058400" cy="4480560"/>
          </a:xfrm>
          <a:prstGeom prst="rect">
            <a:avLst/>
          </a:prstGeom>
          <a:noFill/>
        </p:spPr>
        <p:txBody>
          <a:bodyPr wrap="square" lIns="73152" rIns="73152" tIns="36576" bIns="36576">
            <a:spAutoFit/>
          </a:bodyPr>
          <a:lstStyle/>
          <a:p>
            <a:pPr algn="l">
              <a:defRPr sz="1700" b="0"/>
            </a:pPr>
            <a:r>
              <a:t>Agricultural performance changes across seasons because of environmental conditions, farming practices, resource availability and market conditions.</a:t>
            </a:r>
            <a:br/>
            <a:br/>
            <a:r>
              <a:t>The project investigates seasonal differences in agricultural performance by identifying meaningful patterns, trends, relationships and variations in the available dataset.</a:t>
            </a:r>
          </a:p>
        </p:txBody>
      </p:sp>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10" name="TextBox 9"/>
          <p:cNvSpPr txBox="1"/>
          <p:nvPr/>
        </p:nvSpPr>
        <p:spPr>
          <a:xfrm>
            <a:off x="594360" y="594360"/>
            <a:ext cx="10972800" cy="594360"/>
          </a:xfrm>
          <a:prstGeom prst="rect">
            <a:avLst/>
          </a:prstGeom>
          <a:noFill/>
        </p:spPr>
        <p:txBody>
          <a:bodyPr wrap="square" lIns="73152" rIns="73152" tIns="36576" bIns="36576">
            <a:spAutoFit/>
          </a:bodyPr>
          <a:lstStyle/>
          <a:p>
            <a:pPr algn="ctr">
              <a:defRPr sz="2400" b="1"/>
            </a:pPr>
            <a:r>
              <a:t>PROJECT DESCRIPTION</a:t>
            </a:r>
          </a:p>
        </p:txBody>
      </p:sp>
      <p:sp>
        <p:nvSpPr>
          <p:cNvPr id="11" name="TextBox 10"/>
          <p:cNvSpPr txBox="1"/>
          <p:nvPr/>
        </p:nvSpPr>
        <p:spPr>
          <a:xfrm>
            <a:off x="914400" y="1417320"/>
            <a:ext cx="10058400" cy="4480560"/>
          </a:xfrm>
          <a:prstGeom prst="rect">
            <a:avLst/>
          </a:prstGeom>
          <a:noFill/>
        </p:spPr>
        <p:txBody>
          <a:bodyPr wrap="square" lIns="73152" rIns="73152" tIns="36576" bIns="36576">
            <a:spAutoFit/>
          </a:bodyPr>
          <a:lstStyle/>
          <a:p>
            <a:pPr algn="l">
              <a:defRPr sz="1700" b="0"/>
            </a:pPr>
            <a:r>
              <a:t>The project analyzes 4,000 agricultural records across Kharif, Rabi and Zaid seasons.</a:t>
            </a:r>
            <a:br/>
            <a:br/>
            <a:r>
              <a:t>The analysis covers crop productivity, production, revenue, cost, profit, water usage and environmental indicators. The workflow includes data cleaning, exploratory data analysis, seasonal comparison, correlation analysis, statistical validation, visualization and evidence-based recommendations.</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17" name="TextBox 16"/>
          <p:cNvSpPr txBox="1"/>
          <p:nvPr/>
        </p:nvSpPr>
        <p:spPr>
          <a:xfrm>
            <a:off x="594360" y="594360"/>
            <a:ext cx="10972800" cy="594360"/>
          </a:xfrm>
          <a:prstGeom prst="rect">
            <a:avLst/>
          </a:prstGeom>
          <a:noFill/>
        </p:spPr>
        <p:txBody>
          <a:bodyPr wrap="square" lIns="73152" rIns="73152" tIns="36576" bIns="36576">
            <a:spAutoFit/>
          </a:bodyPr>
          <a:lstStyle/>
          <a:p>
            <a:pPr algn="ctr">
              <a:defRPr sz="2400" b="1"/>
            </a:pPr>
            <a:r>
              <a:t>WHO ARE THE END USERS?</a:t>
            </a:r>
          </a:p>
        </p:txBody>
      </p:sp>
      <p:sp>
        <p:nvSpPr>
          <p:cNvPr id="18" name="TextBox 17"/>
          <p:cNvSpPr txBox="1"/>
          <p:nvPr/>
        </p:nvSpPr>
        <p:spPr>
          <a:xfrm>
            <a:off x="914400" y="1417320"/>
            <a:ext cx="10058400" cy="4480560"/>
          </a:xfrm>
          <a:prstGeom prst="rect">
            <a:avLst/>
          </a:prstGeom>
          <a:noFill/>
        </p:spPr>
        <p:txBody>
          <a:bodyPr wrap="square" lIns="73152" rIns="73152" tIns="36576" bIns="36576">
            <a:spAutoFit/>
          </a:bodyPr>
          <a:lstStyle/>
          <a:p>
            <a:pPr algn="l">
              <a:defRPr sz="1700" b="0"/>
            </a:pPr>
            <a:r>
              <a:t>• Farmers and agricultural planners</a:t>
            </a:r>
            <a:br/>
            <a:r>
              <a:t>• Agricultural analysts and researchers</a:t>
            </a:r>
            <a:br/>
            <a:r>
              <a:t>• Agribusiness and farm-management teams</a:t>
            </a:r>
            <a:br/>
            <a:r>
              <a:t>• Policy and rural-development stakeholders</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17" name="TextBox 16"/>
          <p:cNvSpPr txBox="1"/>
          <p:nvPr/>
        </p:nvSpPr>
        <p:spPr>
          <a:xfrm>
            <a:off x="594360" y="594360"/>
            <a:ext cx="10972800" cy="594360"/>
          </a:xfrm>
          <a:prstGeom prst="rect">
            <a:avLst/>
          </a:prstGeom>
          <a:noFill/>
        </p:spPr>
        <p:txBody>
          <a:bodyPr wrap="square" lIns="73152" rIns="73152" tIns="36576" bIns="36576">
            <a:spAutoFit/>
          </a:bodyPr>
          <a:lstStyle/>
          <a:p>
            <a:pPr algn="ctr">
              <a:defRPr sz="2400" b="1"/>
            </a:pPr>
            <a:r>
              <a:t>TECHNOLOGY USED</a:t>
            </a:r>
          </a:p>
        </p:txBody>
      </p:sp>
      <p:sp>
        <p:nvSpPr>
          <p:cNvPr id="18" name="TextBox 17"/>
          <p:cNvSpPr txBox="1"/>
          <p:nvPr/>
        </p:nvSpPr>
        <p:spPr>
          <a:xfrm>
            <a:off x="914400" y="1417320"/>
            <a:ext cx="10058400" cy="4480560"/>
          </a:xfrm>
          <a:prstGeom prst="rect">
            <a:avLst/>
          </a:prstGeom>
          <a:noFill/>
        </p:spPr>
        <p:txBody>
          <a:bodyPr wrap="square" lIns="73152" rIns="73152" tIns="36576" bIns="36576">
            <a:spAutoFit/>
          </a:bodyPr>
          <a:lstStyle/>
          <a:p>
            <a:pPr algn="l">
              <a:defRPr sz="1700" b="0"/>
            </a:pPr>
            <a:r>
              <a:t>Python</a:t>
            </a:r>
            <a:br/>
            <a:r>
              <a:t>Pandas • NumPy • Matplotlib • SciPy</a:t>
            </a:r>
            <a:br/>
            <a:r>
              <a:t>Jupyter Notebook • Streamlit • CSV</a:t>
            </a:r>
            <a:br/>
            <a:br/>
            <a:r>
              <a:t>Analytics: Data Cleaning • EDA • Statistical Analysis • Data Visualization</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24" name="TextBox 23"/>
          <p:cNvSpPr txBox="1"/>
          <p:nvPr/>
        </p:nvSpPr>
        <p:spPr>
          <a:xfrm>
            <a:off x="594360" y="594360"/>
            <a:ext cx="10972800" cy="594360"/>
          </a:xfrm>
          <a:prstGeom prst="rect">
            <a:avLst/>
          </a:prstGeom>
          <a:noFill/>
        </p:spPr>
        <p:txBody>
          <a:bodyPr wrap="square" lIns="73152" rIns="73152" tIns="36576" bIns="36576">
            <a:spAutoFit/>
          </a:bodyPr>
          <a:lstStyle/>
          <a:p>
            <a:pPr algn="ctr">
              <a:defRPr sz="2400" b="1"/>
            </a:pPr>
            <a:r>
              <a:t>RESULTS</a:t>
            </a:r>
          </a:p>
        </p:txBody>
      </p:sp>
      <p:sp>
        <p:nvSpPr>
          <p:cNvPr id="25" name="TextBox 24"/>
          <p:cNvSpPr txBox="1"/>
          <p:nvPr/>
        </p:nvSpPr>
        <p:spPr>
          <a:xfrm>
            <a:off x="914400" y="1417320"/>
            <a:ext cx="10058400" cy="4480560"/>
          </a:xfrm>
          <a:prstGeom prst="rect">
            <a:avLst/>
          </a:prstGeom>
          <a:noFill/>
        </p:spPr>
        <p:txBody>
          <a:bodyPr wrap="square" lIns="73152" rIns="73152" tIns="36576" bIns="36576">
            <a:spAutoFit/>
          </a:bodyPr>
          <a:lstStyle/>
          <a:p>
            <a:pPr algn="l">
              <a:defRPr sz="1700" b="0"/>
            </a:pPr>
            <a:r>
              <a:t>Dataset analyzed: 4,000 records</a:t>
            </a:r>
            <a:br/>
            <a:r>
              <a:t>Seasons: Kharif, Rabi and Zaid</a:t>
            </a:r>
            <a:br/>
            <a:r>
              <a:t>Missing values handled during preprocessing</a:t>
            </a:r>
            <a:br/>
            <a:r>
              <a:t>Seasonal KPIs compared for yield, revenue, cost and profit</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1" name="TextBox 30"/>
          <p:cNvSpPr txBox="1"/>
          <p:nvPr/>
        </p:nvSpPr>
        <p:spPr>
          <a:xfrm>
            <a:off x="594360" y="594360"/>
            <a:ext cx="10972800" cy="594360"/>
          </a:xfrm>
          <a:prstGeom prst="rect">
            <a:avLst/>
          </a:prstGeom>
          <a:noFill/>
        </p:spPr>
        <p:txBody>
          <a:bodyPr wrap="square" lIns="73152" rIns="73152" tIns="36576" bIns="36576">
            <a:spAutoFit/>
          </a:bodyPr>
          <a:lstStyle/>
          <a:p>
            <a:pPr algn="ctr">
              <a:defRPr sz="2400" b="1"/>
            </a:pPr>
            <a:r>
              <a:t>RESULTS — SEASONAL PERFORMANCE</a:t>
            </a:r>
          </a:p>
        </p:txBody>
      </p:sp>
      <p:sp>
        <p:nvSpPr>
          <p:cNvPr id="32" name="TextBox 31"/>
          <p:cNvSpPr txBox="1"/>
          <p:nvPr/>
        </p:nvSpPr>
        <p:spPr>
          <a:xfrm>
            <a:off x="914400" y="1417320"/>
            <a:ext cx="10058400" cy="4480560"/>
          </a:xfrm>
          <a:prstGeom prst="rect">
            <a:avLst/>
          </a:prstGeom>
          <a:noFill/>
        </p:spPr>
        <p:txBody>
          <a:bodyPr wrap="square" lIns="73152" rIns="73152" tIns="36576" bIns="36576">
            <a:spAutoFit/>
          </a:bodyPr>
          <a:lstStyle/>
          <a:p>
            <a:pPr algn="l">
              <a:defRPr sz="1700" b="0"/>
            </a:pPr>
            <a:r>
              <a:t>Kharif: highest average yield and profit</a:t>
            </a:r>
            <a:br/>
            <a:r>
              <a:t>Rabi: moderate positive profitability</a:t>
            </a:r>
            <a:br/>
            <a:r>
              <a:t>Zaid: lowest yield and negative average profit</a:t>
            </a:r>
            <a:br/>
            <a:br/>
            <a:r>
              <a:t>The results demonstrate the importance of season-aware agricultural planning.</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1" name="TextBox 30"/>
          <p:cNvSpPr txBox="1"/>
          <p:nvPr/>
        </p:nvSpPr>
        <p:spPr>
          <a:xfrm>
            <a:off x="594360" y="594360"/>
            <a:ext cx="10972800" cy="594360"/>
          </a:xfrm>
          <a:prstGeom prst="rect">
            <a:avLst/>
          </a:prstGeom>
          <a:noFill/>
        </p:spPr>
        <p:txBody>
          <a:bodyPr wrap="square" lIns="73152" rIns="73152" tIns="36576" bIns="36576">
            <a:spAutoFit/>
          </a:bodyPr>
          <a:lstStyle/>
          <a:p>
            <a:pPr algn="ctr">
              <a:defRPr sz="2400" b="1"/>
            </a:pPr>
            <a:r>
              <a:t>RESULTS — KEY INSIGHTS</a:t>
            </a:r>
          </a:p>
        </p:txBody>
      </p:sp>
      <p:sp>
        <p:nvSpPr>
          <p:cNvPr id="32" name="TextBox 31"/>
          <p:cNvSpPr txBox="1"/>
          <p:nvPr/>
        </p:nvSpPr>
        <p:spPr>
          <a:xfrm>
            <a:off x="914400" y="1417320"/>
            <a:ext cx="10058400" cy="4480560"/>
          </a:xfrm>
          <a:prstGeom prst="rect">
            <a:avLst/>
          </a:prstGeom>
          <a:noFill/>
        </p:spPr>
        <p:txBody>
          <a:bodyPr wrap="square" lIns="73152" rIns="73152" tIns="36576" bIns="36576">
            <a:spAutoFit/>
          </a:bodyPr>
          <a:lstStyle/>
          <a:p>
            <a:pPr algn="l">
              <a:defRPr sz="1700" b="0"/>
            </a:pPr>
            <a:r>
              <a:t>• Profitability differs substantially by season</a:t>
            </a:r>
            <a:br/>
            <a:r>
              <a:t>• Water use and environmental conditions vary across seasons</a:t>
            </a:r>
            <a:br/>
            <a:r>
              <a:t>• Crop-season combinations should be evaluated before resource allocation</a:t>
            </a:r>
            <a:br/>
            <a:r>
              <a:t>• Correlation and statistical analysis help identify meaningful relationships</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1" name="TextBox 30"/>
          <p:cNvSpPr txBox="1"/>
          <p:nvPr/>
        </p:nvSpPr>
        <p:spPr>
          <a:xfrm>
            <a:off x="594360" y="594360"/>
            <a:ext cx="10972800" cy="594360"/>
          </a:xfrm>
          <a:prstGeom prst="rect">
            <a:avLst/>
          </a:prstGeom>
          <a:noFill/>
        </p:spPr>
        <p:txBody>
          <a:bodyPr wrap="square" lIns="73152" rIns="73152" tIns="36576" bIns="36576">
            <a:spAutoFit/>
          </a:bodyPr>
          <a:lstStyle/>
          <a:p>
            <a:pPr algn="ctr">
              <a:defRPr sz="2400" b="1"/>
            </a:pPr>
            <a:r>
              <a:t>RESULTS — RECOMMENDATIONS</a:t>
            </a:r>
          </a:p>
        </p:txBody>
      </p:sp>
      <p:sp>
        <p:nvSpPr>
          <p:cNvPr id="32" name="TextBox 31"/>
          <p:cNvSpPr txBox="1"/>
          <p:nvPr/>
        </p:nvSpPr>
        <p:spPr>
          <a:xfrm>
            <a:off x="914400" y="1417320"/>
            <a:ext cx="10058400" cy="4480560"/>
          </a:xfrm>
          <a:prstGeom prst="rect">
            <a:avLst/>
          </a:prstGeom>
          <a:noFill/>
        </p:spPr>
        <p:txBody>
          <a:bodyPr wrap="square" lIns="73152" rIns="73152" tIns="36576" bIns="36576">
            <a:spAutoFit/>
          </a:bodyPr>
          <a:lstStyle/>
          <a:p>
            <a:pPr algn="l">
              <a:defRPr sz="1700" b="0"/>
            </a:pPr>
            <a:r>
              <a:t>• Prioritize higher-performing crop-season combinations</a:t>
            </a:r>
            <a:br/>
            <a:r>
              <a:t>• Monitor Zaid-season production costs and water efficiency</a:t>
            </a:r>
            <a:br/>
            <a:r>
              <a:t>• Use historical seasonal KPIs for planning</a:t>
            </a:r>
            <a:br/>
            <a:r>
              <a:t>• Track environmental and disease-risk indicators continuously</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1" name="TextBox 30"/>
          <p:cNvSpPr txBox="1"/>
          <p:nvPr/>
        </p:nvSpPr>
        <p:spPr>
          <a:xfrm>
            <a:off x="594360" y="594360"/>
            <a:ext cx="10972800" cy="594360"/>
          </a:xfrm>
          <a:prstGeom prst="rect">
            <a:avLst/>
          </a:prstGeom>
          <a:noFill/>
        </p:spPr>
        <p:txBody>
          <a:bodyPr wrap="square" lIns="73152" rIns="73152" tIns="36576" bIns="36576">
            <a:spAutoFit/>
          </a:bodyPr>
          <a:lstStyle/>
          <a:p>
            <a:pPr algn="ctr">
              <a:defRPr sz="2400" b="1"/>
            </a:pPr>
            <a:r>
              <a:t>FUTURE SCOPE</a:t>
            </a:r>
          </a:p>
        </p:txBody>
      </p:sp>
      <p:sp>
        <p:nvSpPr>
          <p:cNvPr id="32" name="TextBox 31"/>
          <p:cNvSpPr txBox="1"/>
          <p:nvPr/>
        </p:nvSpPr>
        <p:spPr>
          <a:xfrm>
            <a:off x="914400" y="1417320"/>
            <a:ext cx="10058400" cy="4480560"/>
          </a:xfrm>
          <a:prstGeom prst="rect">
            <a:avLst/>
          </a:prstGeom>
          <a:noFill/>
        </p:spPr>
        <p:txBody>
          <a:bodyPr wrap="square" lIns="73152" rIns="73152" tIns="36576" bIns="36576">
            <a:spAutoFit/>
          </a:bodyPr>
          <a:lstStyle/>
          <a:p>
            <a:pPr algn="l">
              <a:defRPr sz="1700" b="0"/>
            </a:pPr>
            <a:r>
              <a:t>• Add real-time weather and market-price data</a:t>
            </a:r>
            <a:br/>
            <a:r>
              <a:t>• Develop predictive crop-yield models</a:t>
            </a:r>
            <a:br/>
            <a:r>
              <a:t>• Add region-level interactive maps</a:t>
            </a:r>
            <a:br/>
            <a:r>
              <a:t>• Build automated alerts for risk and profitability</a:t>
            </a:r>
            <a:br/>
            <a:r>
              <a:t>• Integrate live agricultural databases</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24" name="TextBox 23"/>
          <p:cNvSpPr txBox="1"/>
          <p:nvPr/>
        </p:nvSpPr>
        <p:spPr>
          <a:xfrm>
            <a:off x="594360" y="594360"/>
            <a:ext cx="10972800" cy="594360"/>
          </a:xfrm>
          <a:prstGeom prst="rect">
            <a:avLst/>
          </a:prstGeom>
          <a:noFill/>
        </p:spPr>
        <p:txBody>
          <a:bodyPr wrap="square" lIns="73152" rIns="73152" tIns="36576" bIns="36576">
            <a:spAutoFit/>
          </a:bodyPr>
          <a:lstStyle/>
          <a:p>
            <a:pPr algn="ctr">
              <a:defRPr sz="2400" b="1"/>
            </a:pPr>
            <a:r>
              <a:t>GITHUB LINK</a:t>
            </a:r>
          </a:p>
        </p:txBody>
      </p:sp>
      <p:sp>
        <p:nvSpPr>
          <p:cNvPr id="25" name="TextBox 24"/>
          <p:cNvSpPr txBox="1"/>
          <p:nvPr/>
        </p:nvSpPr>
        <p:spPr>
          <a:xfrm>
            <a:off x="914400" y="1417320"/>
            <a:ext cx="10058400" cy="4480560"/>
          </a:xfrm>
          <a:prstGeom prst="rect">
            <a:avLst/>
          </a:prstGeom>
          <a:noFill/>
        </p:spPr>
        <p:txBody>
          <a:bodyPr wrap="square" lIns="73152" rIns="73152" tIns="36576" bIns="36576">
            <a:spAutoFit/>
          </a:bodyPr>
          <a:lstStyle/>
          <a:p>
            <a:pPr algn="l">
              <a:defRPr sz="1700" b="0"/>
            </a:pPr>
            <a:r>
              <a:t>Project Repository:</a:t>
            </a:r>
            <a:br/>
            <a:r>
              <a:t>https://github.com/Rohit0844/crop-dashboard.git</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24" name="TextBox 23"/>
          <p:cNvSpPr txBox="1"/>
          <p:nvPr/>
        </p:nvSpPr>
        <p:spPr>
          <a:xfrm>
            <a:off x="594360" y="594360"/>
            <a:ext cx="10972800" cy="594360"/>
          </a:xfrm>
          <a:prstGeom prst="rect">
            <a:avLst/>
          </a:prstGeom>
          <a:noFill/>
        </p:spPr>
        <p:txBody>
          <a:bodyPr wrap="square" lIns="73152" rIns="73152" tIns="36576" bIns="36576">
            <a:spAutoFit/>
          </a:bodyPr>
          <a:lstStyle/>
          <a:p>
            <a:pPr algn="ctr">
              <a:defRPr sz="2400" b="1"/>
            </a:pPr>
            <a:r>
              <a:t>VOIS COURSE COMPLETION CERTIFICATE</a:t>
            </a:r>
          </a:p>
        </p:txBody>
      </p:sp>
      <p:sp>
        <p:nvSpPr>
          <p:cNvPr id="25" name="TextBox 24"/>
          <p:cNvSpPr txBox="1"/>
          <p:nvPr/>
        </p:nvSpPr>
        <p:spPr>
          <a:xfrm>
            <a:off x="914400" y="1417320"/>
            <a:ext cx="10058400" cy="4480560"/>
          </a:xfrm>
          <a:prstGeom prst="rect">
            <a:avLst/>
          </a:prstGeom>
          <a:noFill/>
        </p:spPr>
        <p:txBody>
          <a:bodyPr wrap="square" lIns="73152" rIns="73152" tIns="36576" bIns="36576">
            <a:spAutoFit/>
          </a:bodyPr>
          <a:lstStyle/>
          <a:p>
            <a:pPr algn="l">
              <a:defRPr sz="1700" b="0"/>
            </a:pPr>
            <a:r>
              <a:t>Course: Data Visualization</a:t>
            </a:r>
            <a:br/>
            <a:r>
              <a:t>Name: Rohit Joshi</a:t>
            </a:r>
            <a:br/>
            <a:r>
              <a:t>Date: September 6, 2026</a:t>
            </a:r>
            <a:br/>
            <a:r>
              <a:t>Certificate ID: VFLMS26_164625</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t>VOIS COURSE COMPLETION CERTIFICATE</a:t>
            </a:r>
          </a:p>
          <a:p/>
          <a:p>
            <a:r>
              <a:t>Course: Data Visualization</a:t>
            </a:r>
          </a:p>
          <a:p>
            <a:r>
              <a:t>Name: Rohit Joshi</a:t>
            </a:r>
          </a:p>
          <a:p>
            <a:r>
              <a:t>Date: September 6, 2026</a:t>
            </a:r>
          </a:p>
          <a:p>
            <a:r>
              <a:t>Certificate ID: VFLMS26_164625</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6" name="TextBox 45"/>
          <p:cNvSpPr txBox="1"/>
          <p:nvPr/>
        </p:nvSpPr>
        <p:spPr>
          <a:xfrm>
            <a:off x="914400" y="1645920"/>
            <a:ext cx="10332720" cy="822960"/>
          </a:xfrm>
          <a:prstGeom prst="rect">
            <a:avLst/>
          </a:prstGeom>
          <a:noFill/>
        </p:spPr>
        <p:txBody>
          <a:bodyPr wrap="square" lIns="73152" rIns="73152" tIns="36576" bIns="36576">
            <a:spAutoFit/>
          </a:bodyPr>
          <a:lstStyle/>
          <a:p>
            <a:pPr algn="ctr">
              <a:defRPr sz="3400" b="1"/>
            </a:pPr>
            <a:r>
              <a:t>THANK YOU</a:t>
            </a:r>
          </a:p>
        </p:txBody>
      </p:sp>
      <p:sp>
        <p:nvSpPr>
          <p:cNvPr id="47" name="TextBox 46"/>
          <p:cNvSpPr txBox="1"/>
          <p:nvPr/>
        </p:nvSpPr>
        <p:spPr>
          <a:xfrm>
            <a:off x="1371600" y="2743200"/>
            <a:ext cx="9418320" cy="1371600"/>
          </a:xfrm>
          <a:prstGeom prst="rect">
            <a:avLst/>
          </a:prstGeom>
          <a:noFill/>
        </p:spPr>
        <p:txBody>
          <a:bodyPr wrap="square" lIns="73152" rIns="73152" tIns="36576" bIns="36576">
            <a:spAutoFit/>
          </a:bodyPr>
          <a:lstStyle/>
          <a:p>
            <a:pPr algn="ctr">
              <a:defRPr sz="1800" b="0"/>
            </a:pPr>
            <a:r>
              <a:t>Seasonal Agriculture Performance Analytics &amp; Decision Support System</a:t>
            </a:r>
            <a:br/>
            <a:br/>
            <a:r>
              <a:t>Rohit Joshi</a:t>
            </a:r>
            <a:br/>
            <a:r>
              <a:t>AICTE STU ID: STU6a19e53aae1451780081978</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1356</TotalTime>
  <Words>202</Words>
  <Application>Microsoft Office PowerPoint</Application>
  <PresentationFormat>Widescreen</PresentationFormat>
  <Paragraphs>26</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vt:lpstr>
      <vt:lpstr>PROBLEM  STATEMENT</vt:lpstr>
      <vt:lpstr>Project Description [write detail description about your project ]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Aswini Kumar Motapothula</cp:lastModifiedBy>
  <cp:revision>98</cp:revision>
  <dcterms:created xsi:type="dcterms:W3CDTF">2021-07-11T13:13:15Z</dcterms:created>
  <dcterms:modified xsi:type="dcterms:W3CDTF">2026-09-04T02:42:44Z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