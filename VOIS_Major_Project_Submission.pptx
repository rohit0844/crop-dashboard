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__________________</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This project analyzes 4,000 farm records across Kharif, Rabi and Zaid seasons. It covers crop productivity, production, market revenue, cost, profit, water usage, environmental conditions and disease/pest risk. The workflow includes data cleaning, exploratory analysis, seasonal comparison, crop-season analysis, correlation analysis and statistical validation.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t>• Farmers &amp; farm managers</a:t>
            </a:r>
          </a:p>
          <a:p>
            <a:r>
              <a:t>• Agricultural planners</a:t>
            </a:r>
          </a:p>
          <a:p>
            <a:r>
              <a:t>• Agribusiness teams</a:t>
            </a:r>
          </a:p>
          <a:p>
            <a:r>
              <a:t>• Data analysts &amp; researchers</a:t>
            </a:r>
          </a:p>
          <a:p>
            <a:r>
              <a:t>• Resource-management teams</a:t>
            </a:r>
          </a:p>
          <a:p>
            <a:r>
              <a:t>• Policy/program stakeholders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r>
              <a:t>Python • Pandas • NumPy • Matplotlib • SciPy • Jupyter Notebook • Streamlit • CSV</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t>Key Result: Kharif has the highest average yield at 5.64 tonnes/hectare.</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t>Profitability: Kharif average profit is ₹178,915; Rabi ₹87,689; Zaid ₹-24,805.</a:t>
            </a:r>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t>Resource Insight: Zaid has the highest average water use (6,420 m³) and lowest water efficiency (4.41 t/1000m³).</a:t>
            </a: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t>Risk Insight: Average disease/pest risk is highest in Kharif (54.47%). Crop-season analysis is used to identify stronger opportunities.</a:t>
            </a:r>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t>Analytics Pipeline: Data quality → cleaning → seasonal KPIs → crop-season comparison → correlation → ANOVA → recommendations.</a:t>
            </a: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t>• Predictive yield modeling</a:t>
            </a:r>
          </a:p>
          <a:p>
            <a:r>
              <a:t>• Weather &amp; market integration</a:t>
            </a:r>
          </a:p>
          <a:p>
            <a:r>
              <a:t>• Crop recommendation engine</a:t>
            </a:r>
          </a:p>
          <a:p>
            <a:r>
              <a:t>• Time-series forecasting</a:t>
            </a:r>
          </a:p>
          <a:p>
            <a:r>
              <a:t>• Power BI/Tableau automation</a:t>
            </a:r>
          </a:p>
          <a:p>
            <a:r>
              <a:t>• Disease/pest early-warning system</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GitHub: Add your repository link after uploading the project package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